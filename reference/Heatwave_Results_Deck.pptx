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1645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Heatwave Definitions — Results, Figures &amp;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9776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A5F"/>
                </a:solidFill>
              </a:rPr>
              <a:t>Two definitions presented on their own — statewide Texas, 254 counties, 2015–2025</a:t>
            </a:r>
          </a:p>
          <a:p>
            <a:r>
              <a:rPr sz="1200">
                <a:solidFill>
                  <a:srgbClr val="555555"/>
                </a:solidFill>
              </a:rPr>
              <a:t>Def 01 = county-relative 85th-pctl daily-mean heat index, ≥2 consecutive days, walk-forward baseline</a:t>
            </a:r>
          </a:p>
          <a:p>
            <a:r>
              <a:rPr sz="1200">
                <a:solidFill>
                  <a:srgbClr val="555555"/>
                </a:solidFill>
              </a:rPr>
              <a:t>Def 02 = same, at the 95th percentile</a:t>
            </a:r>
          </a:p>
          <a:p>
            <a:r>
              <a:rPr sz="1100">
                <a:solidFill>
                  <a:srgbClr val="C44E52"/>
                </a:solidFill>
              </a:rPr>
              <a:t>Descriptive exposure classification only — not injury, worker heat dose, or official NWS advisories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What we are presenting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</a:rPr>
              <a:t>• Two heatwave definitions, each shown on its own (not compared head-to-head):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Definition 01 — county-relative 85th-percentile daily-mean heat index, &gt;=2 consecutive days, walk-forward baseline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Definition 02 — same, at the 95th percentile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</a:rPr>
              <a:t>• Unit of analysis: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heatwave DAY = one county on one date inside a &gt;=2-day run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heatwave EVENT = one uninterrupted run of heatwave days in one county; duration = its length in days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</a:rPr>
              <a:t>• Both are YEAR-ROUND, COUNTY-RELATIVE ('unusually hot for this county &amp; date') = a persistent apparent-heat anomaly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</a:rPr>
              <a:t>• For each definition: results from the CSVs -&gt; figures -&gt; what they mean; then likely questions; then caveats.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Definition 01 — 85th percentile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C72B0"/>
                </a:solidFill>
              </a:rPr>
              <a:t>Definition 01 — results from the data</a:t>
            </a:r>
          </a:p>
          <a:p>
            <a:r>
              <a:rPr sz="1200">
                <a:solidFill>
                  <a:srgbClr val="555555"/>
                </a:solidFill>
              </a:rPr>
              <a:t>Source: outputs/TX/def_p85_2d/ (centered 15-day window)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4480560"/>
              </a:tblGrid>
              <a:tr h="40233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Statistic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Total heatwave county-days (statewide, 11 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170,894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Total heatwave events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48,323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Heatwave days per county — median (p25–p75; range)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677  (568–775; 154–1,230)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Event duration — median / mean / max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3 d / 3.5 d / 48 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Events that are the minimum 2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Events lasting &gt;= 5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21%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Share of heatwave days in Jun–Sep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37%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Top counties by heatwave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La Salle 1,230; Hudspeth 1,198; Lavaca 1,122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Longest event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Presidio, Jul 5–Aug 21 2023 = 48 days (peak mean-HI 99.5°F)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C72B0"/>
                </a:solidFill>
              </a:rPr>
              <a:t>Def 01 — heatwave days per county (2015–2025)</a:t>
            </a:r>
          </a:p>
        </p:txBody>
      </p:sp>
      <p:pic>
        <p:nvPicPr>
          <p:cNvPr id="3" name="Picture 2" descr="map01_heatwave_days_per_cou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14" y="1325880"/>
            <a:ext cx="518326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A broad 'elevated-exposure' net: the typical county sees ~677 heatwave days over 11 years (~62/yr). Read the REGIONAL gradient, not single counties.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C72B0"/>
                </a:solidFill>
              </a:rPr>
              <a:t>Def 01 — when heatwave days fall</a:t>
            </a:r>
          </a:p>
        </p:txBody>
      </p:sp>
      <p:pic>
        <p:nvPicPr>
          <p:cNvPr id="3" name="Picture 2" descr="res_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453" y="1325880"/>
            <a:ext cx="779478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Only ~37% of days are in summer (Jun–Sep, outlined). ~63% are cool-season 'unusual-for-the-date' anomalies — the signature of a year-round RELATIVE definition.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C72B0"/>
                </a:solidFill>
              </a:rPr>
              <a:t>Def 01 — how long events last</a:t>
            </a:r>
          </a:p>
        </p:txBody>
      </p:sp>
      <p:pic>
        <p:nvPicPr>
          <p:cNvPr id="3" name="Picture 2" descr="res_event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432" y="1325880"/>
            <a:ext cx="812483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Mostly short: 44% of events are the minimum 2 days (median 3). A minority are long persistent ridges (21% &gt;=5 days; up to 48 days).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Definition 02 — 95th percentile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44E52"/>
                </a:solidFill>
              </a:rPr>
              <a:t>Definition 02 — results from the data</a:t>
            </a:r>
          </a:p>
          <a:p>
            <a:r>
              <a:rPr sz="1200">
                <a:solidFill>
                  <a:srgbClr val="555555"/>
                </a:solidFill>
              </a:rPr>
              <a:t>Source: outputs/TX/def_p95_2d/ (centered 15-day window)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4480560"/>
              </a:tblGrid>
              <a:tr h="40233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Statistic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Total heatwave county-days (statewide, 11 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52,786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Total heatwave events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17,428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Heatwave days per county — median (p25–p75; range)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196  (148–254; 18–516)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Event duration — median / mean / max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2 d / 3.0 d / 31 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Events that are the minimum 2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Events lasting &gt;= 5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14%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Share of heatwave days in Jun–Sep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Top counties by heatwave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La Salle 516; Presidio 513; Hudspeth 508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</a:rPr>
                        <a:t>Longest event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Kendall, Jul 2022 = 31 days (peak mean-HI 106.2°F)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44E52"/>
                </a:solidFill>
              </a:rPr>
              <a:t>Def 02 — heatwave days per county (2015–2025)</a:t>
            </a:r>
          </a:p>
        </p:txBody>
      </p:sp>
      <p:pic>
        <p:nvPicPr>
          <p:cNvPr id="3" name="Picture 2" descr="map01_heatwave_days_per_cou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675" y="1325880"/>
            <a:ext cx="511634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A severe-tail screen: the typical county sees ~196 heatwave days over 11 years (~18/yr) — each county's most anomalous ~5% of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44E52"/>
                </a:solidFill>
              </a:rPr>
              <a:t>Def 02 — when heatwave days fall</a:t>
            </a:r>
          </a:p>
        </p:txBody>
      </p:sp>
      <p:pic>
        <p:nvPicPr>
          <p:cNvPr id="3" name="Picture 2" descr="res_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453" y="1325880"/>
            <a:ext cx="779478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~36% of days in Jun–Sep — essentially the same seasonal spread as Def 01, confirming the cool-season share is a property of the RELATIVE method, not the percentile.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44E52"/>
                </a:solidFill>
              </a:rPr>
              <a:t>Def 02 — how long events last</a:t>
            </a:r>
          </a:p>
        </p:txBody>
      </p:sp>
      <p:pic>
        <p:nvPicPr>
          <p:cNvPr id="3" name="Picture 2" descr="res_event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432" y="1325880"/>
            <a:ext cx="812483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Shorter &amp; sparser than Def 01: 53% of events are exactly 2 days (median 2). Long events are rarer (14% &gt;=5 days).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Companion outputs (definition-independent)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Data coverage &amp; the NWS advisory-threshold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</a:rPr>
              <a:t>• DATA COVERAGE / IDW imputation (same for both definitions):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~13% of temperature county-days are inverse-distance interpolated; 22 counties have NO native station; 93 are fully native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=&gt; single-county map texture is noisy; the REGIONAL gradient is the trustworthy signal (see map03)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</a:rPr>
              <a:t>• NWS advisory-threshold PROXY (uses the daily-MAX HI vs each county's local office threshold):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humid eastern/coastal counties accumulate many advisory-threshold days; arid far-west counties record almost none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=&gt; a day can be a RELATIVE heatwave without reaching an ABSOLUTE advisory level (relative vs absolute heat)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</a:rPr>
              <a:t>   – PROXY only — not an official NWS advisory (no hourly data, no duration/overnight/coverage rules)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Likely / scenario questions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Likely questions — construct &amp;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Only ~37% of days are in summer — how is a warm January day a 'heatwave'?</a:t>
            </a:r>
          </a:p>
          <a:p>
            <a:r>
              <a:rPr sz="1100">
                <a:solidFill>
                  <a:srgbClr val="555555"/>
                </a:solidFill>
              </a:rPr>
              <a:t>A: By design: a year-round, county-relative rule flags days unusual FOR THE DATE, not absolutely hot. ~63% are cool-season anomalies. Apply the optional mean-HI&gt;=80°F floor (roughly halves counts) or a warm-season restriction for an absolute-heat framing.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Why a daily-MEAN heat index — doesn't heat illness come from the afternoon peak?</a:t>
            </a:r>
          </a:p>
          <a:p>
            <a:r>
              <a:rPr sz="1100">
                <a:solidFill>
                  <a:srgbClr val="555555"/>
                </a:solidFill>
              </a:rPr>
              <a:t>A: The mean targets persistent day-and-night apparent heat (incl. warm nights). Trade-off: it under-weights the peak and is a DAILY PROXY, not hourly — so this is exposure CLASSIFICATION, not worker dose.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Heat index is defined on hourly data — how valid is a daily proxy?</a:t>
            </a:r>
          </a:p>
          <a:p>
            <a:r>
              <a:rPr sz="1100">
                <a:solidFill>
                  <a:srgbClr val="555555"/>
                </a:solidFill>
              </a:rPr>
              <a:t>A: It's an approximate NWS proxy from GHCN-Daily temp + gridMET humidity. Regional gradient robust; single-county values &amp; trend slopes are descriptive only.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Likely questions — data quality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With ~13% of county-days imputed and 22 counties fully imputed, can I trust the maps?</a:t>
            </a:r>
          </a:p>
          <a:p>
            <a:r>
              <a:rPr sz="1100">
                <a:solidFill>
                  <a:srgbClr val="555555"/>
                </a:solidFill>
              </a:rPr>
              <a:t>A: Regionally yes, pixel-by-pixel no. Fully-imputed counties are interpolated, not observed — flag/exclude them for single-county claims. Statewide totals don't hinge on any one county.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Is a 2-day exceedance really a 'wave', and is a 48-day event credible?</a:t>
            </a:r>
          </a:p>
          <a:p>
            <a:r>
              <a:rPr sz="1100">
                <a:solidFill>
                  <a:srgbClr val="555555"/>
                </a:solidFill>
              </a:rPr>
              <a:t>A: The &gt;=2-day rule is a minimum-persistence filter; 44–53% of events are exactly 2 days, so 'elevated exposure' is fairer than 'wave' for much of it. Long tails are genuine persistent anomalies — lead with the median, not the max.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Some adjacent counties differ sharply — is that real climate?</a:t>
            </a:r>
          </a:p>
          <a:p>
            <a:r>
              <a:rPr sz="1100">
                <a:solidFill>
                  <a:srgbClr val="555555"/>
                </a:solidFill>
              </a:rPr>
              <a:t>A: Largely no — it reflects the changing multi-station composite + IDW imputation, not micro-climate. That's why single-county rankings are presented cautiously.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Likely questions — thresholds, windows &amp;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Why 85th and 95th specifically — aren't those arbitrary?</a:t>
            </a:r>
          </a:p>
          <a:p>
            <a:r>
              <a:rPr sz="1100">
                <a:solidFill>
                  <a:srgbClr val="555555"/>
                </a:solidFill>
              </a:rPr>
              <a:t>A: Conventional relative heat thresholds (95th has published precedent), chosen to bracket a moderate and a severe cut. A fuller threshold sweep is a reasonable extension.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A percentile fixes the exceedance rate — isn't the day count preordained?</a:t>
            </a:r>
          </a:p>
          <a:p>
            <a:r>
              <a:rPr sz="1100">
                <a:solidFill>
                  <a:srgbClr val="555555"/>
                </a:solidFill>
              </a:rPr>
              <a:t>A: The single-day rate is anchored (~15% / ~5%), but totals also depend on the &gt;=2-day rule and the walk-forward baseline. The informative content is WHERE and WHEN heat clusters, not the grand total.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How sensitive are results to the 15-day window vs a calendar month?</a:t>
            </a:r>
          </a:p>
          <a:p>
            <a:r>
              <a:rPr sz="1100">
                <a:solidFill>
                  <a:srgbClr val="555555"/>
                </a:solidFill>
              </a:rPr>
              <a:t>A: Not sensitive — the two windows agree at r≈0.99 per county. The consequential levers are the percentile and the floor/season choice.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F3A5F"/>
                </a:solidFill>
              </a:rPr>
              <a:t>Q: What can these results actually support?</a:t>
            </a:r>
          </a:p>
          <a:p>
            <a:r>
              <a:rPr sz="1100">
                <a:solidFill>
                  <a:srgbClr val="555555"/>
                </a:solidFill>
              </a:rPr>
              <a:t>A: County-level environmental apparent-heat EXPOSURE classification — not worker dose, causal injury, or official-advisory equivalence.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Caveats to keep on any results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</a:rPr>
              <a:t>• Daily heat-index PROXY (not hourly); temperature and humidity have different spatial support.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</a:rPr>
              <a:t>• County temperature is a changing multi-station composite + IDW imputation -&gt; single-county values noisy, regional gradient robust.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</a:rPr>
              <a:t>• Year-round RELATIVE construct = persistent apparent-heat anomaly; ~63% of days are cool-season anomalies unless the &gt;=80°F floor is applied.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</a:rPr>
              <a:t>• NWS proxy is approximate and NOT an official advisory; trend slopes are descriptive only.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</a:rPr>
              <a:t>• Exposure classification — NOT an injury or worker-heat-dose 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</a:rPr>
              <a:t>Data: NOAA GHCN-Daily + gridMET + Census shapefile. Code (state-agnostic): github.com/eaadeniyi/gulf_heatwave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